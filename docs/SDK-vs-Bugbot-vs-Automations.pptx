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same cloud runtime underneath. Bugbot autofix uses the same engine as this demo — different packaging.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scan table. Pause on SDK column: triage fork, compliance, multi-agent.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without cognition. Harness supplies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MOMENT: open triage.ts. npm run incident vs npm run incident:multi. 'A form fires one agent. A program decides which agent, which model, whether a human approves.'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run-of-show in DEMO-SCRIPT.md. Keep triage.ts open entire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Same Runtime, Three Rungs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748B"/>
                </a:solidFill>
              </a:defRPr>
            </a:pPr>
            <a:r>
              <a:t>When &amp; Why: Bugbot · Automations ·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Incident Remediation Demo · Cursor Field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One Cloud-Agent Runtime, Three Levels of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BUGBOT</a:t>
            </a:r>
            <a:r>
              <a:rPr sz="1800">
                <a:solidFill>
                  <a:srgbClr val="1A1A2E"/>
                </a:solidFill>
              </a:rPr>
              <a:t> — Packaged product · zero config · buy it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"Review my PRs and autofix bugs"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AUTOMATIONS</a:t>
            </a:r>
            <a:r>
              <a:rPr sz="1800">
                <a:solidFill>
                  <a:srgbClr val="1A1A2E"/>
                </a:solidFill>
              </a:rPr>
              <a:t> — No-code · one trigger → one agent task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"When X happens, do Y"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SDK</a:t>
            </a:r>
            <a:r>
              <a:rPr sz="1800">
                <a:solidFill>
                  <a:srgbClr val="1A1A2E"/>
                </a:solidFill>
              </a:rPr>
              <a:t> — Code · orchestration · your control plane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"When X happens, run MY program, then agents"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Each rung trades convenience for control.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Knowing when NOT to use the SDK makes the recommendation credible.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When to Use What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 Bugbot when…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 Automations when…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 SDK when…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Trigger is a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Trigger is a single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Trigger needs your code first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Job is review + catch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One fixed agent task every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Job needs branching logic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Team wants zero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Webhook / Slack / cron is enough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Fan-out, chaining, or custom state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"Ship it, we'll buy it"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Non-engineers can own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Agent inside your product/backend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Why Each Exists (and Where It Stops)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Offering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wins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stops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Bugbot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Fastest PR review + autofix; no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Wrong trigger (Sentry, not GitHub); no compliance forks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Automations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Fastest webhook → agent; config-driven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Can't do if/fan-out/human-gate branches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Full orchestration: triage, routing,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You own build/ops; overkill for one-step flows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The Three Objections I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"Why not Bugbot?"</a:t>
            </a:r>
            <a:r>
              <a:rPr sz="180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Need is PR review + autofix? Sell Bugbot.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SDK is for incidents (Sentry), not PRs (GitHub).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"Why not an Automation? Trigger can be a webhook."</a:t>
            </a:r>
            <a:r>
              <a:rPr sz="180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Correct for ONE step.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SDK when the handler is a program: if / for / compliance gates.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"Why not a script?"</a:t>
            </a:r>
            <a:r>
              <a:rPr sz="180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Scripts detect (build red, 500 rate).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→ Agents reason: traverse repo, write test, open 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Why THIS Demo Is SDK (Not Bugbot or Automation)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This pipeline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Bugbot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Sentry-shaped prod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 opened/updated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One webhook → one agent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Control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orchestrator/ (triage, plan)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Packaged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Config form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The fork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triage.ts: model + fan-out +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Can't express the if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Repo skills + hooks +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Product defaults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Limited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Real-World Placement Examples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419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Pick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Because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Every PR gets bug review + autofix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Bugbot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Packaged, zero pipeline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 labeled 'security' → run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Single step, fixed config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Sentry 500 → triage → fix →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Custom incident + policy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PagerDuty → fan-out + PCI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Multi-agent + compliance branch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Embed 'fix this' in your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Agent in your backend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Trust Ramp (How Enterprises Adopt)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Phase 1 — Read-only</a:t>
            </a:r>
            <a:r>
              <a:rPr sz="180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Triage + comment on incident. No PR.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Phase 2 — Draft PRs</a:t>
            </a:r>
            <a:r>
              <a:rPr sz="1800">
                <a:solidFill>
                  <a:srgbClr val="1A1A2E"/>
                </a:solidFill>
              </a:rPr>
              <a:t> (this demo's PCI path)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Agent fixes; human merges. requiresHumanApproval = true.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A1A2E"/>
                </a:solidFill>
              </a:rPr>
              <a:t>Phase 3 — Auto-merge</a:t>
            </a:r>
            <a:r>
              <a:rPr sz="1800">
                <a:solidFill>
                  <a:srgbClr val="1A1A2E"/>
                </a:solidFill>
              </a:rPr>
              <a:t> (this demo's single-service path)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   Low-risk services only. composer-2 + autoOpenPR.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Same path teams took with Bugbot — earn scope as resolution rate proves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Speaker Script · Tied to Demo (20 min)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291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Minute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Slide / Action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Say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Problem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AI shipped faster; incident response didn't.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2–4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curl INV-1001 vs INV-1002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Schema drift: compiles clean, throws in prod.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npm run incident (DRY_RUN)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Event → plan → prompt. No credits.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8–10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Open triage.ts — THE FORK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Why not Automation? This if is a program.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npm run incident:multi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PCI + fan-out + human gate.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15–18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Live run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DRY_RUN=false → real PR on GitHub.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18–20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Slide 5 objections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Q&amp;A from TALKING-POINTS.md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Bugbot = packaged PR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748B"/>
                </a:solidFill>
              </a:defRPr>
            </a:pPr>
            <a:r>
              <a:t>Automations = no-code one-shot  ·  SDK = when the workflow is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